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4401800" cy="14401800"/>
  <p:notesSz cx="6858000" cy="9144000"/>
  <p:defaultTextStyle>
    <a:defPPr>
      <a:defRPr lang="fr-FR"/>
    </a:defPPr>
    <a:lvl1pPr marL="0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286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8571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2857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7143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1429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5714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00000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4286" algn="l" defTabSz="1028571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>
        <p:scale>
          <a:sx n="66" d="100"/>
          <a:sy n="66" d="100"/>
        </p:scale>
        <p:origin x="-234" y="-72"/>
      </p:cViewPr>
      <p:guideLst>
        <p:guide orient="horz" pos="4536"/>
        <p:guide pos="4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80138" y="4473897"/>
            <a:ext cx="12241531" cy="308705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60275" y="8161025"/>
            <a:ext cx="10081260" cy="36804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8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46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17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7646" y="9254495"/>
            <a:ext cx="12241531" cy="2860359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37646" y="6104099"/>
            <a:ext cx="12241531" cy="3150392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428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85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2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571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14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85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00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142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16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20094" y="3360425"/>
            <a:ext cx="6360795" cy="950452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20918" y="3360425"/>
            <a:ext cx="6360795" cy="950452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95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1" y="3223741"/>
            <a:ext cx="6363296" cy="134350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86" indent="0">
              <a:buNone/>
              <a:defRPr sz="2300" b="1"/>
            </a:lvl2pPr>
            <a:lvl3pPr marL="1028571" indent="0">
              <a:buNone/>
              <a:defRPr sz="2000" b="1"/>
            </a:lvl3pPr>
            <a:lvl4pPr marL="1542857" indent="0">
              <a:buNone/>
              <a:defRPr sz="1800" b="1"/>
            </a:lvl4pPr>
            <a:lvl5pPr marL="2057143" indent="0">
              <a:buNone/>
              <a:defRPr sz="1800" b="1"/>
            </a:lvl5pPr>
            <a:lvl6pPr marL="2571429" indent="0">
              <a:buNone/>
              <a:defRPr sz="1800" b="1"/>
            </a:lvl6pPr>
            <a:lvl7pPr marL="3085714" indent="0">
              <a:buNone/>
              <a:defRPr sz="1800" b="1"/>
            </a:lvl7pPr>
            <a:lvl8pPr marL="3600000" indent="0">
              <a:buNone/>
              <a:defRPr sz="1800" b="1"/>
            </a:lvl8pPr>
            <a:lvl9pPr marL="4114286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20091" y="4567237"/>
            <a:ext cx="6363296" cy="829770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315919" y="3223741"/>
            <a:ext cx="6365796" cy="134350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86" indent="0">
              <a:buNone/>
              <a:defRPr sz="2300" b="1"/>
            </a:lvl2pPr>
            <a:lvl3pPr marL="1028571" indent="0">
              <a:buNone/>
              <a:defRPr sz="2000" b="1"/>
            </a:lvl3pPr>
            <a:lvl4pPr marL="1542857" indent="0">
              <a:buNone/>
              <a:defRPr sz="1800" b="1"/>
            </a:lvl4pPr>
            <a:lvl5pPr marL="2057143" indent="0">
              <a:buNone/>
              <a:defRPr sz="1800" b="1"/>
            </a:lvl5pPr>
            <a:lvl6pPr marL="2571429" indent="0">
              <a:buNone/>
              <a:defRPr sz="1800" b="1"/>
            </a:lvl6pPr>
            <a:lvl7pPr marL="3085714" indent="0">
              <a:buNone/>
              <a:defRPr sz="1800" b="1"/>
            </a:lvl7pPr>
            <a:lvl8pPr marL="3600000" indent="0">
              <a:buNone/>
              <a:defRPr sz="1800" b="1"/>
            </a:lvl8pPr>
            <a:lvl9pPr marL="4114286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315919" y="4567237"/>
            <a:ext cx="6365796" cy="829770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09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60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62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0093" y="573405"/>
            <a:ext cx="4738093" cy="2440307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30710" y="573409"/>
            <a:ext cx="8051007" cy="12291539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20093" y="3013712"/>
            <a:ext cx="4738093" cy="9851232"/>
          </a:xfrm>
        </p:spPr>
        <p:txBody>
          <a:bodyPr/>
          <a:lstStyle>
            <a:lvl1pPr marL="0" indent="0">
              <a:buNone/>
              <a:defRPr sz="1600"/>
            </a:lvl1pPr>
            <a:lvl2pPr marL="514286" indent="0">
              <a:buNone/>
              <a:defRPr sz="1400"/>
            </a:lvl2pPr>
            <a:lvl3pPr marL="1028571" indent="0">
              <a:buNone/>
              <a:defRPr sz="1100"/>
            </a:lvl3pPr>
            <a:lvl4pPr marL="1542857" indent="0">
              <a:buNone/>
              <a:defRPr sz="1000"/>
            </a:lvl4pPr>
            <a:lvl5pPr marL="2057143" indent="0">
              <a:buNone/>
              <a:defRPr sz="1000"/>
            </a:lvl5pPr>
            <a:lvl6pPr marL="2571429" indent="0">
              <a:buNone/>
              <a:defRPr sz="1000"/>
            </a:lvl6pPr>
            <a:lvl7pPr marL="3085714" indent="0">
              <a:buNone/>
              <a:defRPr sz="1000"/>
            </a:lvl7pPr>
            <a:lvl8pPr marL="3600000" indent="0">
              <a:buNone/>
              <a:defRPr sz="1000"/>
            </a:lvl8pPr>
            <a:lvl9pPr marL="4114286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06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2853" y="10081265"/>
            <a:ext cx="8641080" cy="11901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822853" y="1286828"/>
            <a:ext cx="8641080" cy="8641080"/>
          </a:xfrm>
        </p:spPr>
        <p:txBody>
          <a:bodyPr/>
          <a:lstStyle>
            <a:lvl1pPr marL="0" indent="0">
              <a:buNone/>
              <a:defRPr sz="3600"/>
            </a:lvl1pPr>
            <a:lvl2pPr marL="514286" indent="0">
              <a:buNone/>
              <a:defRPr sz="3200"/>
            </a:lvl2pPr>
            <a:lvl3pPr marL="1028571" indent="0">
              <a:buNone/>
              <a:defRPr sz="2700"/>
            </a:lvl3pPr>
            <a:lvl4pPr marL="1542857" indent="0">
              <a:buNone/>
              <a:defRPr sz="2300"/>
            </a:lvl4pPr>
            <a:lvl5pPr marL="2057143" indent="0">
              <a:buNone/>
              <a:defRPr sz="2300"/>
            </a:lvl5pPr>
            <a:lvl6pPr marL="2571429" indent="0">
              <a:buNone/>
              <a:defRPr sz="2300"/>
            </a:lvl6pPr>
            <a:lvl7pPr marL="3085714" indent="0">
              <a:buNone/>
              <a:defRPr sz="2300"/>
            </a:lvl7pPr>
            <a:lvl8pPr marL="3600000" indent="0">
              <a:buNone/>
              <a:defRPr sz="2300"/>
            </a:lvl8pPr>
            <a:lvl9pPr marL="4114286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22853" y="11271413"/>
            <a:ext cx="8641080" cy="1690211"/>
          </a:xfrm>
        </p:spPr>
        <p:txBody>
          <a:bodyPr/>
          <a:lstStyle>
            <a:lvl1pPr marL="0" indent="0">
              <a:buNone/>
              <a:defRPr sz="1600"/>
            </a:lvl1pPr>
            <a:lvl2pPr marL="514286" indent="0">
              <a:buNone/>
              <a:defRPr sz="1400"/>
            </a:lvl2pPr>
            <a:lvl3pPr marL="1028571" indent="0">
              <a:buNone/>
              <a:defRPr sz="1100"/>
            </a:lvl3pPr>
            <a:lvl4pPr marL="1542857" indent="0">
              <a:buNone/>
              <a:defRPr sz="1000"/>
            </a:lvl4pPr>
            <a:lvl5pPr marL="2057143" indent="0">
              <a:buNone/>
              <a:defRPr sz="1000"/>
            </a:lvl5pPr>
            <a:lvl6pPr marL="2571429" indent="0">
              <a:buNone/>
              <a:defRPr sz="1000"/>
            </a:lvl6pPr>
            <a:lvl7pPr marL="3085714" indent="0">
              <a:buNone/>
              <a:defRPr sz="1000"/>
            </a:lvl7pPr>
            <a:lvl8pPr marL="3600000" indent="0">
              <a:buNone/>
              <a:defRPr sz="1000"/>
            </a:lvl8pPr>
            <a:lvl9pPr marL="4114286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07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35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441309" y="576745"/>
            <a:ext cx="3240405" cy="1228820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20095" y="576745"/>
            <a:ext cx="9481185" cy="1228820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49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20095" y="576745"/>
            <a:ext cx="12961620" cy="2400300"/>
          </a:xfrm>
          <a:prstGeom prst="rect">
            <a:avLst/>
          </a:prstGeom>
        </p:spPr>
        <p:txBody>
          <a:bodyPr vert="horz" lIns="102857" tIns="51429" rIns="102857" bIns="5142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5" y="3360425"/>
            <a:ext cx="12961620" cy="9504523"/>
          </a:xfrm>
          <a:prstGeom prst="rect">
            <a:avLst/>
          </a:prstGeom>
        </p:spPr>
        <p:txBody>
          <a:bodyPr vert="horz" lIns="102857" tIns="51429" rIns="102857" bIns="5142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20094" y="13348337"/>
            <a:ext cx="3360420" cy="766763"/>
          </a:xfrm>
          <a:prstGeom prst="rect">
            <a:avLst/>
          </a:prstGeom>
        </p:spPr>
        <p:txBody>
          <a:bodyPr vert="horz" lIns="102857" tIns="51429" rIns="102857" bIns="51429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8D558-C230-492E-8326-633EBF0C4A34}" type="datetimeFigureOut">
              <a:rPr lang="fr-FR" smtClean="0"/>
              <a:t>10/10/2019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920618" y="13348337"/>
            <a:ext cx="4560571" cy="766763"/>
          </a:xfrm>
          <a:prstGeom prst="rect">
            <a:avLst/>
          </a:prstGeom>
        </p:spPr>
        <p:txBody>
          <a:bodyPr vert="horz" lIns="102857" tIns="51429" rIns="102857" bIns="51429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21295" y="13348337"/>
            <a:ext cx="3360420" cy="766763"/>
          </a:xfrm>
          <a:prstGeom prst="rect">
            <a:avLst/>
          </a:prstGeom>
        </p:spPr>
        <p:txBody>
          <a:bodyPr vert="horz" lIns="102857" tIns="51429" rIns="102857" bIns="51429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CC260-918D-48DD-BDA3-5F2B30755F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7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28571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5715" indent="-385715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715" indent="-321429" algn="l" defTabSz="1028571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715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0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286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571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857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144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429" indent="-257144" algn="l" defTabSz="1028571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286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1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2857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429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5714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0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286" algn="l" defTabSz="102857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userFolder1/userFile2.txt@0012" TargetMode="External"/><Relationship Id="rId2" Type="http://schemas.openxmlformats.org/officeDocument/2006/relationships/hyperlink" Target="mailto:userFolder1/userFile1.txt@001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userFolder2/userFile3.cpp@1004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>
            <a:off x="2160340" y="144026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smtClean="0">
                <a:solidFill>
                  <a:schemeClr val="tx1"/>
                </a:solidFill>
              </a:rPr>
              <a:t>.aze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480820" y="576074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info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24" name="Connecteur en angle 123"/>
          <p:cNvCxnSpPr>
            <a:stCxn id="128" idx="2"/>
            <a:endCxn id="93" idx="1"/>
          </p:cNvCxnSpPr>
          <p:nvPr/>
        </p:nvCxnSpPr>
        <p:spPr>
          <a:xfrm rot="16200000" flipH="1">
            <a:off x="4608612" y="482463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5040660" y="720090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test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26" name="Connecteur en angle 125"/>
          <p:cNvCxnSpPr>
            <a:stCxn id="120" idx="2"/>
            <a:endCxn id="128" idx="1"/>
          </p:cNvCxnSpPr>
          <p:nvPr/>
        </p:nvCxnSpPr>
        <p:spPr>
          <a:xfrm rot="16200000" flipH="1">
            <a:off x="2088332" y="3024436"/>
            <a:ext cx="266429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3600500" y="43205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branches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29" name="Connecteur en angle 128"/>
          <p:cNvCxnSpPr>
            <a:stCxn id="128" idx="2"/>
            <a:endCxn id="125" idx="1"/>
          </p:cNvCxnSpPr>
          <p:nvPr/>
        </p:nvCxnSpPr>
        <p:spPr>
          <a:xfrm rot="16200000" flipH="1">
            <a:off x="3528492" y="5904756"/>
            <a:ext cx="266429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720180" y="7201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Repo </a:t>
            </a:r>
            <a:r>
              <a:rPr lang="fr-FR" sz="1400" dirty="0" err="1" smtClean="0">
                <a:solidFill>
                  <a:schemeClr val="tx1"/>
                </a:solidFill>
              </a:rPr>
              <a:t>root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42" name="Connecteur en angle 141"/>
          <p:cNvCxnSpPr>
            <a:stCxn id="141" idx="2"/>
            <a:endCxn id="120" idx="1"/>
          </p:cNvCxnSpPr>
          <p:nvPr/>
        </p:nvCxnSpPr>
        <p:spPr>
          <a:xfrm rot="16200000" flipH="1">
            <a:off x="1728292" y="122423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11521380" y="288132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solidFill>
                  <a:schemeClr val="tx1"/>
                </a:solidFill>
              </a:rPr>
              <a:t>Repository</a:t>
            </a:r>
            <a:r>
              <a:rPr lang="fr-FR" sz="1400" dirty="0" smtClean="0">
                <a:solidFill>
                  <a:schemeClr val="tx1"/>
                </a:solidFill>
              </a:rPr>
              <a:t> structure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9361140" y="5328692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author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9361140" y="5760740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date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10801300" y="5328692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String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10801300" y="5760740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tx1"/>
                </a:solidFill>
              </a:rPr>
              <a:t>ISO </a:t>
            </a:r>
            <a:r>
              <a:rPr lang="fr-FR" sz="1400" dirty="0" smtClean="0">
                <a:solidFill>
                  <a:schemeClr val="tx1"/>
                </a:solidFill>
              </a:rPr>
              <a:t>8601 Date </a:t>
            </a:r>
            <a:r>
              <a:rPr lang="fr-FR" sz="14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361140" y="6192788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root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10801300" y="6192788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Commit id </a:t>
            </a:r>
            <a:r>
              <a:rPr lang="fr-FR" sz="1400" dirty="0" smtClean="0">
                <a:solidFill>
                  <a:schemeClr val="tx1"/>
                </a:solidFill>
              </a:rPr>
              <a:t>(-&gt; </a:t>
            </a:r>
            <a:r>
              <a:rPr lang="fr-FR" sz="1400" dirty="0" err="1" smtClean="0">
                <a:solidFill>
                  <a:schemeClr val="tx1"/>
                </a:solidFill>
              </a:rPr>
              <a:t>commits</a:t>
            </a:r>
            <a:r>
              <a:rPr lang="fr-FR" sz="1400" dirty="0" smtClean="0">
                <a:solidFill>
                  <a:schemeClr val="tx1"/>
                </a:solidFill>
              </a:rPr>
              <a:t>/</a:t>
            </a:r>
            <a:r>
              <a:rPr lang="fr-FR" sz="1400" dirty="0" err="1" smtClean="0">
                <a:solidFill>
                  <a:schemeClr val="tx1"/>
                </a:solidFill>
              </a:rPr>
              <a:t>id.xmlc</a:t>
            </a:r>
            <a:r>
              <a:rPr lang="fr-FR" sz="1400" dirty="0" smtClean="0">
                <a:solidFill>
                  <a:schemeClr val="tx1"/>
                </a:solidFill>
              </a:rPr>
              <a:t>)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361140" y="6624836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tip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0801300" y="6624836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Commit id </a:t>
            </a:r>
            <a:r>
              <a:rPr lang="fr-FR" sz="1400" dirty="0" smtClean="0">
                <a:solidFill>
                  <a:schemeClr val="tx1"/>
                </a:solidFill>
              </a:rPr>
              <a:t>(-&gt; </a:t>
            </a:r>
            <a:r>
              <a:rPr lang="fr-FR" sz="1400" dirty="0" err="1" smtClean="0">
                <a:solidFill>
                  <a:schemeClr val="tx1"/>
                </a:solidFill>
              </a:rPr>
              <a:t>commits</a:t>
            </a:r>
            <a:r>
              <a:rPr lang="fr-FR" sz="1400" dirty="0" smtClean="0">
                <a:solidFill>
                  <a:schemeClr val="tx1"/>
                </a:solidFill>
              </a:rPr>
              <a:t>/</a:t>
            </a:r>
            <a:r>
              <a:rPr lang="fr-FR" sz="1400" dirty="0" err="1" smtClean="0">
                <a:solidFill>
                  <a:schemeClr val="tx1"/>
                </a:solidFill>
              </a:rPr>
              <a:t>id.xmlc</a:t>
            </a:r>
            <a:r>
              <a:rPr lang="fr-FR" sz="1400" dirty="0" smtClean="0">
                <a:solidFill>
                  <a:schemeClr val="tx1"/>
                </a:solidFill>
              </a:rPr>
              <a:t>)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93" name="Connecteur droit 192"/>
          <p:cNvCxnSpPr>
            <a:stCxn id="121" idx="3"/>
            <a:endCxn id="174" idx="1"/>
          </p:cNvCxnSpPr>
          <p:nvPr/>
        </p:nvCxnSpPr>
        <p:spPr>
          <a:xfrm flipV="1">
            <a:off x="8641060" y="5544716"/>
            <a:ext cx="720080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/>
          <p:cNvCxnSpPr>
            <a:stCxn id="121" idx="3"/>
            <a:endCxn id="175" idx="1"/>
          </p:cNvCxnSpPr>
          <p:nvPr/>
        </p:nvCxnSpPr>
        <p:spPr>
          <a:xfrm>
            <a:off x="8641060" y="5976764"/>
            <a:ext cx="72008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/>
          <p:cNvCxnSpPr>
            <a:stCxn id="121" idx="3"/>
            <a:endCxn id="178" idx="1"/>
          </p:cNvCxnSpPr>
          <p:nvPr/>
        </p:nvCxnSpPr>
        <p:spPr>
          <a:xfrm>
            <a:off x="8641060" y="5976764"/>
            <a:ext cx="720080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/>
          <p:cNvCxnSpPr>
            <a:stCxn id="121" idx="3"/>
            <a:endCxn id="180" idx="1"/>
          </p:cNvCxnSpPr>
          <p:nvPr/>
        </p:nvCxnSpPr>
        <p:spPr>
          <a:xfrm>
            <a:off x="8641060" y="5976764"/>
            <a:ext cx="720080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480820" y="79209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tx1"/>
                </a:solidFill>
              </a:rPr>
              <a:t>b</a:t>
            </a:r>
            <a:r>
              <a:rPr lang="fr-FR" sz="1400" dirty="0" smtClean="0">
                <a:solidFill>
                  <a:schemeClr val="tx1"/>
                </a:solidFill>
              </a:rPr>
              <a:t>ranch1.xml</a:t>
            </a:r>
          </a:p>
        </p:txBody>
      </p:sp>
      <p:cxnSp>
        <p:nvCxnSpPr>
          <p:cNvPr id="75" name="Connecteur en angle 74"/>
          <p:cNvCxnSpPr>
            <a:stCxn id="125" idx="2"/>
            <a:endCxn id="74" idx="1"/>
          </p:cNvCxnSpPr>
          <p:nvPr/>
        </p:nvCxnSpPr>
        <p:spPr>
          <a:xfrm rot="16200000" flipH="1">
            <a:off x="6048772" y="770495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9361140" y="4896644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type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0801300" y="4896644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String : </a:t>
            </a:r>
            <a:r>
              <a:rPr lang="fr-FR" sz="1400" dirty="0" err="1" smtClean="0">
                <a:solidFill>
                  <a:schemeClr val="tx1"/>
                </a:solidFill>
              </a:rPr>
              <a:t>branch</a:t>
            </a:r>
            <a:r>
              <a:rPr lang="fr-FR" sz="1400" dirty="0" smtClean="0">
                <a:solidFill>
                  <a:schemeClr val="tx1"/>
                </a:solidFill>
              </a:rPr>
              <a:t>,  tag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83" name="Connecteur droit 82"/>
          <p:cNvCxnSpPr>
            <a:stCxn id="121" idx="3"/>
            <a:endCxn id="81" idx="1"/>
          </p:cNvCxnSpPr>
          <p:nvPr/>
        </p:nvCxnSpPr>
        <p:spPr>
          <a:xfrm flipV="1">
            <a:off x="8641060" y="5112668"/>
            <a:ext cx="720080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40660" y="504066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trunk.xml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95" name="Connecteur en angle 94"/>
          <p:cNvCxnSpPr>
            <a:stCxn id="93" idx="2"/>
            <a:endCxn id="121" idx="1"/>
          </p:cNvCxnSpPr>
          <p:nvPr/>
        </p:nvCxnSpPr>
        <p:spPr>
          <a:xfrm rot="16200000" flipH="1">
            <a:off x="6048772" y="554471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2673508" y="12817524"/>
            <a:ext cx="144016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Type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2673508" y="11953428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</a:t>
            </a:r>
            <a:r>
              <a:rPr lang="fr-FR" sz="1400" dirty="0" err="1" smtClean="0">
                <a:solidFill>
                  <a:schemeClr val="tx1"/>
                </a:solidFill>
              </a:rPr>
              <a:t>attribute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2673508" y="12385476"/>
            <a:ext cx="144016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content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2673508" y="11521380"/>
            <a:ext cx="144016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XML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2673508" y="11089332"/>
            <a:ext cx="144016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Storage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2673508" y="13249572"/>
            <a:ext cx="144016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Example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600500" y="216034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info.xml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88" name="Connecteur en angle 87"/>
          <p:cNvCxnSpPr>
            <a:stCxn id="120" idx="2"/>
            <a:endCxn id="87" idx="1"/>
          </p:cNvCxnSpPr>
          <p:nvPr/>
        </p:nvCxnSpPr>
        <p:spPr>
          <a:xfrm rot="16200000" flipH="1">
            <a:off x="3168452" y="194431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5040660" y="288042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branches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90" name="Connecteur en angle 89"/>
          <p:cNvCxnSpPr>
            <a:stCxn id="87" idx="2"/>
            <a:endCxn id="89" idx="1"/>
          </p:cNvCxnSpPr>
          <p:nvPr/>
        </p:nvCxnSpPr>
        <p:spPr>
          <a:xfrm rot="16200000" flipH="1">
            <a:off x="4608612" y="266439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9361140" y="2880420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current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801300" y="2880420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String : </a:t>
            </a:r>
            <a:r>
              <a:rPr lang="fr-FR" sz="1400" dirty="0" err="1" smtClean="0">
                <a:solidFill>
                  <a:schemeClr val="tx1"/>
                </a:solidFill>
              </a:rPr>
              <a:t>branch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97" name="Connecteur droit 96"/>
          <p:cNvCxnSpPr>
            <a:stCxn id="89" idx="3"/>
            <a:endCxn id="94" idx="1"/>
          </p:cNvCxnSpPr>
          <p:nvPr/>
        </p:nvCxnSpPr>
        <p:spPr>
          <a:xfrm>
            <a:off x="7200900" y="3096444"/>
            <a:ext cx="21602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43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0660" y="3600500"/>
            <a:ext cx="288032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stage.xmlc</a:t>
            </a:r>
            <a:endParaRPr lang="fr-FR" sz="1400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60340" y="144026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smtClean="0">
                <a:solidFill>
                  <a:schemeClr val="tx1"/>
                </a:solidFill>
              </a:rPr>
              <a:t>.aze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500" y="288042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commits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3" name="Connecteur en angle 12"/>
          <p:cNvCxnSpPr>
            <a:stCxn id="5" idx="2"/>
            <a:endCxn id="10" idx="1"/>
          </p:cNvCxnSpPr>
          <p:nvPr/>
        </p:nvCxnSpPr>
        <p:spPr>
          <a:xfrm rot="16200000" flipH="1">
            <a:off x="2808412" y="2304356"/>
            <a:ext cx="122413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en angle 13"/>
          <p:cNvCxnSpPr>
            <a:stCxn id="10" idx="2"/>
            <a:endCxn id="4" idx="1"/>
          </p:cNvCxnSpPr>
          <p:nvPr/>
        </p:nvCxnSpPr>
        <p:spPr>
          <a:xfrm rot="16200000" flipH="1">
            <a:off x="4608612" y="338447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40660" y="4320580"/>
            <a:ext cx="288032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tx1"/>
                </a:solidFill>
              </a:rPr>
              <a:t>001122334455667788.xmlc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6" name="Connecteur en angle 15"/>
          <p:cNvCxnSpPr>
            <a:stCxn id="10" idx="2"/>
            <a:endCxn id="15" idx="1"/>
          </p:cNvCxnSpPr>
          <p:nvPr/>
        </p:nvCxnSpPr>
        <p:spPr>
          <a:xfrm rot="16200000" flipH="1">
            <a:off x="4248572" y="3744516"/>
            <a:ext cx="122413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20180" y="7201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Repo </a:t>
            </a:r>
            <a:r>
              <a:rPr lang="fr-FR" sz="1400" dirty="0" err="1" smtClean="0">
                <a:solidFill>
                  <a:schemeClr val="tx1"/>
                </a:solidFill>
              </a:rPr>
              <a:t>root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20" name="Connecteur en angle 19"/>
          <p:cNvCxnSpPr>
            <a:stCxn id="19" idx="2"/>
            <a:endCxn id="5" idx="1"/>
          </p:cNvCxnSpPr>
          <p:nvPr/>
        </p:nvCxnSpPr>
        <p:spPr>
          <a:xfrm rot="16200000" flipH="1">
            <a:off x="1728292" y="122423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521380" y="288132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>
                <a:solidFill>
                  <a:schemeClr val="tx1"/>
                </a:solidFill>
              </a:rPr>
              <a:t>Repository</a:t>
            </a:r>
            <a:r>
              <a:rPr lang="fr-FR" sz="1400" dirty="0" smtClean="0">
                <a:solidFill>
                  <a:schemeClr val="tx1"/>
                </a:solidFill>
              </a:rPr>
              <a:t> structure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60340" y="79209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userFolder1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23" name="Connecteur en angle 22"/>
          <p:cNvCxnSpPr>
            <a:stCxn id="19" idx="2"/>
            <a:endCxn id="22" idx="1"/>
          </p:cNvCxnSpPr>
          <p:nvPr/>
        </p:nvCxnSpPr>
        <p:spPr>
          <a:xfrm rot="16200000" flipH="1">
            <a:off x="-1512068" y="4464596"/>
            <a:ext cx="698477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>
            <a:stCxn id="22" idx="2"/>
            <a:endCxn id="49" idx="1"/>
          </p:cNvCxnSpPr>
          <p:nvPr/>
        </p:nvCxnSpPr>
        <p:spPr>
          <a:xfrm rot="16200000" flipH="1">
            <a:off x="3168452" y="842503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0500" y="936114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userFile2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26" name="Connecteur en angle 25"/>
          <p:cNvCxnSpPr>
            <a:stCxn id="22" idx="2"/>
            <a:endCxn id="25" idx="1"/>
          </p:cNvCxnSpPr>
          <p:nvPr/>
        </p:nvCxnSpPr>
        <p:spPr>
          <a:xfrm rot="16200000" flipH="1">
            <a:off x="2808412" y="8785076"/>
            <a:ext cx="122413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80820" y="648082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1100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600500" y="576074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objects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41" name="Connecteur en angle 40"/>
          <p:cNvCxnSpPr>
            <a:stCxn id="5" idx="2"/>
            <a:endCxn id="40" idx="1"/>
          </p:cNvCxnSpPr>
          <p:nvPr/>
        </p:nvCxnSpPr>
        <p:spPr>
          <a:xfrm rot="16200000" flipH="1">
            <a:off x="1368252" y="3744516"/>
            <a:ext cx="41044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en angle 41"/>
          <p:cNvCxnSpPr>
            <a:stCxn id="40" idx="2"/>
            <a:endCxn id="39" idx="1"/>
          </p:cNvCxnSpPr>
          <p:nvPr/>
        </p:nvCxnSpPr>
        <p:spPr>
          <a:xfrm rot="16200000" flipH="1">
            <a:off x="5328692" y="5544716"/>
            <a:ext cx="504056" cy="180020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641060" y="6480820"/>
            <a:ext cx="216024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Compressed </a:t>
            </a:r>
            <a:r>
              <a:rPr lang="fr-FR" sz="1400" dirty="0" err="1" smtClean="0">
                <a:solidFill>
                  <a:schemeClr val="tx1"/>
                </a:solidFill>
              </a:rPr>
              <a:t>binary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920980" y="3600500"/>
            <a:ext cx="216024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Compressed </a:t>
            </a:r>
            <a:r>
              <a:rPr lang="fr-FR" sz="1400" dirty="0" err="1" smtClean="0">
                <a:solidFill>
                  <a:schemeClr val="tx1"/>
                </a:solidFill>
              </a:rPr>
              <a:t>xml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920980" y="4320580"/>
            <a:ext cx="216024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Compressed </a:t>
            </a:r>
            <a:r>
              <a:rPr lang="fr-FR" sz="1400" dirty="0" err="1" smtClean="0">
                <a:solidFill>
                  <a:schemeClr val="tx1"/>
                </a:solidFill>
              </a:rPr>
              <a:t>xml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480820" y="720090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1205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641060" y="7200900"/>
            <a:ext cx="216024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Compressed </a:t>
            </a:r>
            <a:r>
              <a:rPr lang="fr-FR" sz="1400" dirty="0" err="1" smtClean="0">
                <a:solidFill>
                  <a:schemeClr val="tx1"/>
                </a:solidFill>
              </a:rPr>
              <a:t>binary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48" name="Connecteur en angle 47"/>
          <p:cNvCxnSpPr>
            <a:stCxn id="40" idx="2"/>
            <a:endCxn id="46" idx="1"/>
          </p:cNvCxnSpPr>
          <p:nvPr/>
        </p:nvCxnSpPr>
        <p:spPr>
          <a:xfrm rot="16200000" flipH="1">
            <a:off x="4968652" y="5904756"/>
            <a:ext cx="1224136" cy="180020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600500" y="864106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userFile1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2673508" y="12817524"/>
            <a:ext cx="144016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Type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2673508" y="11953428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</a:t>
            </a:r>
            <a:r>
              <a:rPr lang="fr-FR" sz="1400" dirty="0" err="1" smtClean="0">
                <a:solidFill>
                  <a:schemeClr val="tx1"/>
                </a:solidFill>
              </a:rPr>
              <a:t>attribute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673508" y="12385476"/>
            <a:ext cx="144016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content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673508" y="11521380"/>
            <a:ext cx="144016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XML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2673508" y="11089332"/>
            <a:ext cx="144016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Storage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2673508" y="13249572"/>
            <a:ext cx="144016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Example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040660" y="5040660"/>
            <a:ext cx="288032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998877665544332211.xmlc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920980" y="5040660"/>
            <a:ext cx="216024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Compressed </a:t>
            </a:r>
            <a:r>
              <a:rPr lang="fr-FR" sz="1400" dirty="0" err="1" smtClean="0">
                <a:solidFill>
                  <a:schemeClr val="tx1"/>
                </a:solidFill>
              </a:rPr>
              <a:t>xml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65" name="Connecteur en angle 64"/>
          <p:cNvCxnSpPr>
            <a:stCxn id="10" idx="2"/>
            <a:endCxn id="63" idx="1"/>
          </p:cNvCxnSpPr>
          <p:nvPr/>
        </p:nvCxnSpPr>
        <p:spPr>
          <a:xfrm rot="16200000" flipH="1">
            <a:off x="3888532" y="4104556"/>
            <a:ext cx="194421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600500" y="216034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stash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70" name="Connecteur en angle 69"/>
          <p:cNvCxnSpPr>
            <a:stCxn id="5" idx="2"/>
            <a:endCxn id="69" idx="1"/>
          </p:cNvCxnSpPr>
          <p:nvPr/>
        </p:nvCxnSpPr>
        <p:spPr>
          <a:xfrm rot="16200000" flipH="1">
            <a:off x="3168452" y="194431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91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21380" y="288132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Commit structure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180" y="72018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Commit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60340" y="144026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info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7" name="Connecteur en angle 6"/>
          <p:cNvCxnSpPr>
            <a:stCxn id="5" idx="2"/>
            <a:endCxn id="6" idx="1"/>
          </p:cNvCxnSpPr>
          <p:nvPr/>
        </p:nvCxnSpPr>
        <p:spPr>
          <a:xfrm rot="16200000" flipH="1">
            <a:off x="1728292" y="122423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40660" y="1008212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author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40660" y="1440260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date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60340" y="2448372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message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4" name="Connecteur en angle 13"/>
          <p:cNvCxnSpPr>
            <a:stCxn id="5" idx="2"/>
            <a:endCxn id="13" idx="1"/>
          </p:cNvCxnSpPr>
          <p:nvPr/>
        </p:nvCxnSpPr>
        <p:spPr>
          <a:xfrm rot="16200000" flipH="1">
            <a:off x="1224236" y="1728292"/>
            <a:ext cx="1512168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stCxn id="6" idx="3"/>
            <a:endCxn id="10" idx="1"/>
          </p:cNvCxnSpPr>
          <p:nvPr/>
        </p:nvCxnSpPr>
        <p:spPr>
          <a:xfrm flipV="1">
            <a:off x="4320580" y="1224236"/>
            <a:ext cx="720080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stCxn id="6" idx="3"/>
            <a:endCxn id="11" idx="1"/>
          </p:cNvCxnSpPr>
          <p:nvPr/>
        </p:nvCxnSpPr>
        <p:spPr>
          <a:xfrm>
            <a:off x="4320580" y="1656284"/>
            <a:ext cx="72008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60340" y="648082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files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23" name="Connecteur en angle 22"/>
          <p:cNvCxnSpPr>
            <a:stCxn id="5" idx="2"/>
            <a:endCxn id="22" idx="1"/>
          </p:cNvCxnSpPr>
          <p:nvPr/>
        </p:nvCxnSpPr>
        <p:spPr>
          <a:xfrm rot="16200000" flipH="1">
            <a:off x="-791988" y="3744516"/>
            <a:ext cx="554461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160340" y="6912868"/>
            <a:ext cx="4392488" cy="1008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400" dirty="0" smtClean="0">
                <a:solidFill>
                  <a:schemeClr val="tx1"/>
                </a:solidFill>
                <a:hlinkClick r:id="rId2"/>
              </a:rPr>
              <a:t>0011</a:t>
            </a:r>
            <a:r>
              <a:rPr lang="fr-FR" sz="1400" dirty="0" smtClean="0">
                <a:solidFill>
                  <a:schemeClr val="tx1"/>
                </a:solidFill>
              </a:rPr>
              <a:t>@</a:t>
            </a:r>
            <a:r>
              <a:rPr lang="fr-FR" sz="1400" dirty="0" smtClean="0">
                <a:solidFill>
                  <a:schemeClr val="tx1"/>
                </a:solidFill>
                <a:hlinkClick r:id="rId2"/>
              </a:rPr>
              <a:t>userFolder1/userFile1.txt</a:t>
            </a:r>
            <a:r>
              <a:rPr lang="fr-FR" sz="1400" dirty="0" smtClean="0">
                <a:solidFill>
                  <a:schemeClr val="tx1"/>
                </a:solidFill>
              </a:rPr>
              <a:t> \n</a:t>
            </a:r>
          </a:p>
          <a:p>
            <a:r>
              <a:rPr lang="fr-FR" sz="1400" dirty="0" smtClean="0">
                <a:solidFill>
                  <a:schemeClr val="tx1"/>
                </a:solidFill>
                <a:hlinkClick r:id="rId3"/>
              </a:rPr>
              <a:t>0012</a:t>
            </a:r>
            <a:r>
              <a:rPr lang="fr-FR" sz="1400" dirty="0" smtClean="0">
                <a:solidFill>
                  <a:schemeClr val="tx1"/>
                </a:solidFill>
              </a:rPr>
              <a:t>@userFolder1/userFile2.txt </a:t>
            </a:r>
            <a:r>
              <a:rPr lang="fr-FR" sz="1400" dirty="0">
                <a:solidFill>
                  <a:schemeClr val="tx1"/>
                </a:solidFill>
              </a:rPr>
              <a:t>\n</a:t>
            </a:r>
            <a:endParaRPr lang="fr-FR" sz="1400" dirty="0" smtClean="0">
              <a:solidFill>
                <a:schemeClr val="tx1"/>
              </a:solidFill>
            </a:endParaRPr>
          </a:p>
          <a:p>
            <a:r>
              <a:rPr lang="fr-FR" sz="1400" dirty="0" smtClean="0">
                <a:solidFill>
                  <a:schemeClr val="tx1"/>
                </a:solidFill>
                <a:hlinkClick r:id="rId4"/>
              </a:rPr>
              <a:t>1004</a:t>
            </a:r>
            <a:r>
              <a:rPr lang="fr-FR" sz="1400" dirty="0" smtClean="0">
                <a:solidFill>
                  <a:schemeClr val="tx1"/>
                </a:solidFill>
              </a:rPr>
              <a:t>@userFolder2/userFile3.cpp </a:t>
            </a:r>
            <a:r>
              <a:rPr lang="fr-FR" sz="1400" dirty="0">
                <a:solidFill>
                  <a:schemeClr val="tx1"/>
                </a:solidFill>
              </a:rPr>
              <a:t>\n</a:t>
            </a:r>
            <a:endParaRPr lang="fr-FR" sz="1400" dirty="0" smtClean="0">
              <a:solidFill>
                <a:schemeClr val="tx1"/>
              </a:solidFill>
            </a:endParaRPr>
          </a:p>
          <a:p>
            <a:r>
              <a:rPr lang="fr-FR" sz="1400" dirty="0" smtClean="0">
                <a:solidFill>
                  <a:schemeClr val="tx1"/>
                </a:solidFill>
              </a:rPr>
              <a:t>1020@userFolder2/userFile4.h</a:t>
            </a:r>
          </a:p>
          <a:p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160340" y="2880420"/>
            <a:ext cx="216024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String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80820" y="1008212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String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480820" y="1440260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tx1"/>
                </a:solidFill>
              </a:rPr>
              <a:t>ISO 8601 Date 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673508" y="12817524"/>
            <a:ext cx="144016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Type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673508" y="11953428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</a:t>
            </a:r>
            <a:r>
              <a:rPr lang="fr-FR" sz="1400" dirty="0" err="1" smtClean="0">
                <a:solidFill>
                  <a:schemeClr val="tx1"/>
                </a:solidFill>
              </a:rPr>
              <a:t>attribute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2673508" y="12385476"/>
            <a:ext cx="144016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r>
              <a:rPr lang="fr-FR" sz="1400" dirty="0" smtClean="0">
                <a:solidFill>
                  <a:schemeClr val="tx1"/>
                </a:solidFill>
              </a:rPr>
              <a:t> content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673508" y="11521380"/>
            <a:ext cx="144016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XML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2673508" y="11089332"/>
            <a:ext cx="144016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Storage </a:t>
            </a:r>
            <a:r>
              <a:rPr lang="fr-FR" sz="1400" dirty="0" err="1" smtClean="0">
                <a:solidFill>
                  <a:schemeClr val="tx1"/>
                </a:solidFill>
              </a:rPr>
              <a:t>node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040660" y="1872308"/>
            <a:ext cx="144016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parents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77" name="Connecteur droit 76"/>
          <p:cNvCxnSpPr>
            <a:stCxn id="6" idx="3"/>
            <a:endCxn id="76" idx="1"/>
          </p:cNvCxnSpPr>
          <p:nvPr/>
        </p:nvCxnSpPr>
        <p:spPr>
          <a:xfrm>
            <a:off x="4320580" y="1656284"/>
            <a:ext cx="720080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480820" y="1872308"/>
            <a:ext cx="2880320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Comma </a:t>
            </a:r>
            <a:r>
              <a:rPr lang="fr-FR" sz="1400" dirty="0" err="1" smtClean="0">
                <a:solidFill>
                  <a:schemeClr val="tx1"/>
                </a:solidFill>
              </a:rPr>
              <a:t>separated</a:t>
            </a:r>
            <a:r>
              <a:rPr lang="fr-FR" sz="1400" dirty="0" smtClean="0">
                <a:solidFill>
                  <a:schemeClr val="tx1"/>
                </a:solidFill>
              </a:rPr>
              <a:t> </a:t>
            </a:r>
            <a:r>
              <a:rPr lang="fr-FR" sz="1400" dirty="0" err="1" smtClean="0">
                <a:solidFill>
                  <a:schemeClr val="tx1"/>
                </a:solidFill>
              </a:rPr>
              <a:t>ids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160340" y="360050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user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58" name="Connecteur en angle 57"/>
          <p:cNvCxnSpPr>
            <a:stCxn id="5" idx="2"/>
            <a:endCxn id="55" idx="1"/>
          </p:cNvCxnSpPr>
          <p:nvPr/>
        </p:nvCxnSpPr>
        <p:spPr>
          <a:xfrm rot="16200000" flipH="1">
            <a:off x="648172" y="2304356"/>
            <a:ext cx="266429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3600500" y="432058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key1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79" name="Connecteur en angle 78"/>
          <p:cNvCxnSpPr>
            <a:stCxn id="55" idx="2"/>
            <a:endCxn id="59" idx="1"/>
          </p:cNvCxnSpPr>
          <p:nvPr/>
        </p:nvCxnSpPr>
        <p:spPr>
          <a:xfrm rot="16200000" flipH="1">
            <a:off x="3168452" y="4104556"/>
            <a:ext cx="50405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600500" y="4752628"/>
            <a:ext cx="216024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value1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600500" y="5400700"/>
            <a:ext cx="2160240" cy="4320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key2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600500" y="5832748"/>
            <a:ext cx="2160240" cy="432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smtClean="0">
                <a:solidFill>
                  <a:schemeClr val="tx1"/>
                </a:solidFill>
              </a:rPr>
              <a:t>value2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83" name="Connecteur en angle 82"/>
          <p:cNvCxnSpPr>
            <a:stCxn id="55" idx="2"/>
            <a:endCxn id="81" idx="1"/>
          </p:cNvCxnSpPr>
          <p:nvPr/>
        </p:nvCxnSpPr>
        <p:spPr>
          <a:xfrm rot="16200000" flipH="1">
            <a:off x="2628392" y="4644616"/>
            <a:ext cx="1584176" cy="36004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12673508" y="13249572"/>
            <a:ext cx="144016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Example</a:t>
            </a:r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49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0180" y="720180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CRepository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21380" y="288132"/>
            <a:ext cx="2160240" cy="432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>
                <a:solidFill>
                  <a:schemeClr val="tx1"/>
                </a:solidFill>
              </a:rPr>
              <a:t>Classes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180" y="1152228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rootPath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180" y="1584276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dataPath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0180" y="2016324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stashPath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180" y="2448372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branchPath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180" y="2880420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commitPath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0180" y="3312468"/>
            <a:ext cx="216024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 smtClean="0">
                <a:solidFill>
                  <a:schemeClr val="tx1"/>
                </a:solidFill>
              </a:rPr>
              <a:t>objectPath</a:t>
            </a:r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4001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20767</TotalTime>
  <Words>140</Words>
  <Application>Microsoft Office PowerPoint</Application>
  <PresentationFormat>Personnalisé</PresentationFormat>
  <Paragraphs>88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DARIER Guillaume</dc:creator>
  <cp:lastModifiedBy>DARIER Guillaume</cp:lastModifiedBy>
  <cp:revision>313</cp:revision>
  <dcterms:created xsi:type="dcterms:W3CDTF">2019-07-03T08:01:18Z</dcterms:created>
  <dcterms:modified xsi:type="dcterms:W3CDTF">2019-10-11T12:36:09Z</dcterms:modified>
</cp:coreProperties>
</file>